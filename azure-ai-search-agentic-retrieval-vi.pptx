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DIY RAG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Relevance</c:v>
                  </c:pt>
                  <c:pt idx="1">
                    <c:v>Governance</c:v>
                  </c:pt>
                  <c:pt idx="2">
                    <c:v>Ops</c:v>
                  </c:pt>
                  <c:pt idx="3">
                    <c:v>Latency</c:v>
                  </c:pt>
                  <c:pt idx="4">
                    <c:v>Dev speed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AI Search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Relevance</c:v>
                  </c:pt>
                  <c:pt idx="1">
                    <c:v>Governance</c:v>
                  </c:pt>
                  <c:pt idx="2">
                    <c:v>Ops</c:v>
                  </c:pt>
                  <c:pt idx="3">
                    <c:v>Latency</c:v>
                  </c:pt>
                  <c:pt idx="4">
                    <c:v>Dev speed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retrieval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Relevance</c:v>
                  </c:pt>
                  <c:pt idx="1">
                    <c:v>Governance</c:v>
                  </c:pt>
                  <c:pt idx="2">
                    <c:v>Ops</c:v>
                  </c:pt>
                  <c:pt idx="3">
                    <c:v>Latency</c:v>
                  </c:pt>
                  <c:pt idx="4">
                    <c:v>Dev speed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https://commons.wikimedia.org/wiki/File:Microsoft_Azure.svg (Azure logo PNG)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https://learn.microsoft.com/en-us/azure/search/hybrid-search-how-to-query (hybrid query, semantic ranker prerequisites, vectorizer)
- https://learn.microsoft.com/en-us/azure/search/cognitive-search-concept-intro (AI enrichment pipeline)
- https://learn.microsoft.com/en-us/azure/search/cognitive-search-working-with-skillsets (skillset concepts)
- https://learn.microsoft.com/en-us/azure/search/semantic-search-overview (semantic ranking overview)
- https://learn.microsoft.com/en-us/azure/search/search-relevance-overview (relevance tuning options)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https://learn.microsoft.com/en-us/azure/app-service/tutorial-ai-openai-search-python (RAG tutorial; managed identities; hybrid search)
- https://learn.microsoft.com/en-us/azure/search/cognitive-search-concept-intro (AI enrichment pipeline components)
- https://learn.microsoft.com/en-us/azure/search/hybrid-search-how-to-query (hybrid query)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https://learn.microsoft.com/en-us/azure/search/cognitive-search-concept-intro (AI enrichment pipeline components)
- https://learn.microsoft.com/en-us/azure/search/cognitive-search-working-with-skillsets (skillset attached to indexer, enrichment tree)
- https://learn.microsoft.com/en-us/azure/search/hybrid-search-how-to-query (hybrid query; vectorizer; semantic ranker prerequisites)
- https://learn.microsoft.com/en-us/azure/search/semantic-search-overview (semantic ranker overview)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https://learn.microsoft.com/en-us/azure/app-service/tutorial-ai-openai-search-python (ví dụ triển khai RAG với Azure AI Search)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https://learn.microsoft.com/en-us/azure/search/semantic-search-overview (semantic ranker overview)
- https://microsoft.github.io/ai-agents-for-beginners/05-agentic-rag/ (Agentic RAG definition, iterative tool calls)
- https://techcommunity.microsoft.com/blog/azure-ai-foundry-blog/bonus-rag-time-journey-agentic-rag/4404652 (agentic RAG loop, evaluation/reflection)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https://microsoft.github.io/ai-agents-for-beginners/05-agentic-rag/ (Agentic RAG definition; iterative tool calls)
- https://techcommunity.microsoft.com/blog/azure-ai-foundry-blog/bonus-rag-time-journey-agentic-rag/4404652 (agentic RAG loop; evaluation/reflection; stopping conditions)
- https://techcommunity.microsoft.com/blog/azure-ai-foundry-blog/ragentic-rag-enhanced-multi-agent-architecture/4287132 (multi-agent orchestration concept)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https://learn.microsoft.com/en-us/azure/search/cognitive-search-concept-intro (AI enrichment pipeline)
- https://learn.microsoft.com/en-us/azure/search/hybrid-search-how-to-query (hybrid query)
- https://learn.microsoft.com/en-us/azure/search/semantic-search-overview (semantic ranker)
- https://learn.microsoft.com/en-us/azure/app-service/tutorial-ai-openai-search-python (RAG app tutorial; managed identities)
- https://techcommunity.microsoft.com/blog/azure-ai-foundry-blog/bonus-rag-time-journey-agentic-rag/4404652 (agentic loop; stop conditions)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https://learn.microsoft.com/en-us/azure/search/semantic-search-overview (semantic ranker)
- https://learn.microsoft.com/en-us/azure/search/hybrid-search-how-to-query (hybrid query)
- https://microsoft.github.io/ai-agents-for-beginners/05-agentic-rag/ (Agentic RAG definition)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“Microsoft-first”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RAG thông thường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cấu trúc Agentic Retrieval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sử dụng: hệ tri thức nội bộ • RAG doanh nghiệp • Copilot/Chat over documents</a:t>
            </a:r>
            <a:endParaRPr lang="en-US" sz="1200" dirty="0"/>
          </a:p>
        </p:txBody>
      </p:sp>
      <p:pic>
        <p:nvPicPr>
          <p:cNvPr id="6" name="Image 0" descr="/mnt/data/azure_logo_9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234440"/>
            <a:ext cx="23774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61120" y="3977640"/>
            <a:ext cx="274320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LLM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Vector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• Tài liệu nội bộ • Azure AI Search / RAG / Agentic Retrieval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Azure AI Search là gì? (retrieval service managed trên Azure)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dịch vụ tìm kiếm doanh nghiệp: lập chỉ mục + truy vấn, hỗ trợ hybrid (text + vector) và semantic ranker.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45429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Tìm theo keyword + vector trong 1 request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thể bật semantic ranker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thể dùng built‑in text→vector (vectorizer)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8" y="1417320"/>
            <a:ext cx="345429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7298" y="1600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 (Skillset)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7298" y="201168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Indexer kéo dữ liệu từ data source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Skillset chạy “skills” để trích xuất/chuẩn hoá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Tạo enriched document tree khi lập chỉ mục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8757" y="1417320"/>
            <a:ext cx="345429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7357" y="1600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&amp; rerank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7357" y="201168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profiles / vector weights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ranker rerank bằng mô hình hiểu ngôn ngữ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Trả semantic captions/highlights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6424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 khi dùng làm “retrieval layer” cho GenAI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nơi quản trị: index schema, scoring, semantic config, security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ingestion: indexer + skillset (OCR, NLP, custom skills)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chất lượng retrieval: hybrid + semantic ranker + tuning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Microsoft Learn (Azure AI Search)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“Microsoft-first search”: khi nào Azure AI Search vượt trội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tưởng: đặt retrieval “sát” hệ sinh thái Microsoft để tối ưu bảo mật + vận hành + tích hợp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dịch vụ Azure / Microsoft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349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tham chiếu chính thức: Azure OpenAI + Azure AI Search cho RAG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hybrid search cho GenAI use case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triển khai trên Azure App Service kèm best practices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1417320" cy="32004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0840" y="16002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&amp; bảo mật kiểu enterprise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920240"/>
            <a:ext cx="5349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service-to-service bằng Managed Identity (khuyến nghị)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Indexer/skillset giúp chuẩn hoá pipeline ingestion (OCR/NLP/custom)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tuning + semantic rerank để tăng chất lượng trả lời có dẫn chứng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3474720"/>
            <a:ext cx="1417320" cy="3200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105156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Azure AI Search khi: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38912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ở Azure (Blob, SQL, Cosmos, …) và cần ingestion “đúng bài”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hybrid + semantic ranker để tăng relevance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mô hình vận hành/chi phí rõ ràng, ít tự-host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nhắc “DIY” khi: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nhỏ, dữ liệu ít, pipeline đơn giản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tuỳ biến sâu retrieval/vector DB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Chấp nhận tự build observability + security + relevance tuning</a:t>
            </a:r>
            <a:endParaRPr lang="en-US" sz="1300" dirty="0"/>
          </a:p>
        </p:txBody>
      </p:sp>
      <p:pic>
        <p:nvPicPr>
          <p:cNvPr id="16" name="Image 0" descr="/mnt/data/azure_logo_9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0" y="457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triển khai: Azure OpenAI + Azure AI Search + Managed Identity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Kiến trúc Azure AI Search cho RAG (Ingestion → Index → Query)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QUERY/TIME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30632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Blob, SQL, Cosmos DB, Data Lake, 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(hoặc push documents qua API)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017520"/>
            <a:ext cx="30632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546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474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dữ liệu, mapping fields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theo schedule / on-demand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389120"/>
            <a:ext cx="3063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526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8463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NLP / layout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enriched document tree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4498848"/>
            <a:ext cx="1417320" cy="32004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103120"/>
            <a:ext cx="30632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240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5603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fields, analyzers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 + Vector fields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4840" y="3520440"/>
            <a:ext cx="306324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977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(RRF)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faceting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profiles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4937760"/>
            <a:ext cx="30632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config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5394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/ highlights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answers (optional)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09560" y="1874520"/>
            <a:ext cx="3337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011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query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constraints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citations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09560" y="3337560"/>
            <a:ext cx="3337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474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92440" y="3794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textQuery + vectorQueries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option: built‑in vectorizer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option: semantic ranker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09560" y="4800600"/>
            <a:ext cx="33375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4937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5257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OpenAI: synthesis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retrieved chunks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77440" y="2880360"/>
            <a:ext cx="0" cy="13716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377440" y="4251960"/>
            <a:ext cx="0" cy="13716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977640" y="5120640"/>
            <a:ext cx="4572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555480" y="3108960"/>
            <a:ext cx="0" cy="2286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55480" y="4572000"/>
            <a:ext cx="0" cy="2286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909560" y="3840480"/>
            <a:ext cx="-41148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48640" y="627278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 skillset chạy ở indexing-time; semantic ranker/hybrid chạy ở query-time.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RAG thông thường (single-shot) — mạnh nhưng hay “đụng trần”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phổ biến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20116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PDF/HTML/Doc…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508760" y="1399032"/>
            <a:ext cx="1417320" cy="3200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2286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1600200"/>
            <a:ext cx="20116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metadata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0" y="2103120"/>
            <a:ext cx="2286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1600200"/>
            <a:ext cx="20116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2103120"/>
            <a:ext cx="2286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1600200"/>
            <a:ext cx="20116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search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46920" y="2103120"/>
            <a:ext cx="2286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75520" y="1600200"/>
            <a:ext cx="20116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LLM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1268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469880" y="1399032"/>
            <a:ext cx="1417320" cy="3200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971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thường “vấp” khi lên production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3337560"/>
            <a:ext cx="10515600" cy="2743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6118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shot” retrieval: khó xử lý câu hỏi multi-hop / thiếu ngữ cảnh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không chuẩn: OCR/layout/metadata sai → retrieval kém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&amp; relevance tuning: tự làm tốn thời gian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quyền truy cập, audit, managed identity… dễ bị bỏ sót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khó biết vì sao trả sai (queries/recall/rerank)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RAG phù hợp use case nhỏ; với doanh nghiệp nên bổ sung hybrid + rerank +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So sánh: Azure AI Search vs RAG “DIY” vs Agentic Retrieval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tương đối (1–5) — minh hoạ trade-off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43000"/>
          <a:ext cx="6400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143000"/>
            <a:ext cx="44348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nhanh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1783080"/>
            <a:ext cx="38862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1920240"/>
            <a:ext cx="182880" cy="10515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RAG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22199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thử nghiệm, tự do chọn vector DB &amp; framework.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phải tự xây: ingestion + rerank + security + ops.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52360" y="3337560"/>
            <a:ext cx="38862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43800" y="3474720"/>
            <a:ext cx="182880" cy="105156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7764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retrieval: hybrid + semantic ranker + skillset/indexer.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cho enterprise governance &amp; vận hành.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52360" y="4892040"/>
            <a:ext cx="38862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5029200"/>
            <a:ext cx="182880" cy="10515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029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0" y="533095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tự lập kế hoạch, iterate search, đánh giá &amp; sửa.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cao hơn nhưng latency/chi phí tăng.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Agentic retrieval thường “build on top” retrieval tốt (ví dụ Azure AI Search) thay vì thay thế.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Cấu trúc Agentic Retrieval (Agentic RAG)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 = LLM tự “lập kế hoạch + gọi tool + kiểm tra chất lượng + lặp lại” để tìm đủ bằng chứng trước khi trả lời.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2971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39112"/>
            <a:ext cx="164592" cy="73152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39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Planner /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ý định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strategy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2971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39112"/>
            <a:ext cx="164592" cy="7315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39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Retrieval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ACL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772400" y="1874520"/>
            <a:ext cx="2971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039112"/>
            <a:ext cx="164592" cy="7315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039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Rerank + Synthesis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ranker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3886200" y="2400300"/>
            <a:ext cx="4572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2400300"/>
            <a:ext cx="4572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86200" y="3383280"/>
            <a:ext cx="443484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520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Evaluate &amp; Reflect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379476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relevance / groundedness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search thêm? đổi query? dừng?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080760" y="4480560"/>
            <a:ext cx="-3840480" cy="86868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069080" y="47731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(≤ N lần)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điều kiện dừng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383280"/>
            <a:ext cx="274320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8404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rewrite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Multi-hop search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Web/internal tools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(optional)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Guardrails/ACL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78240" y="3383280"/>
            <a:ext cx="274320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thể: Multi-agent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0" y="38404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agent điều phối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chuyên môn (HR/IT/Legal…)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Mỗi agent có retrieval riêng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Hợp nhất kết quả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 tăng chất lượng bằng vòng lặp “maker-checker”; cần kiểm soát latency/chi phí bằng điều kiện dừng.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Blueprint triển khai Agentic Retrieval trên Azure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lộ trình thực dụng: bắt đầu từ RAG “đúng chuẩn”, rồi nâng lên agentic loop khi cần.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7620" dir="27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72768"/>
            <a:ext cx="457200" cy="4572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chuẩn hoá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+ skillset (OCR/NLP/custom) → chunk/metadata nhất quán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762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532888"/>
            <a:ext cx="457200" cy="4572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“RAG-ready”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 + vector fields; semantic config; filters theo tenant/ACL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762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493008"/>
            <a:ext cx="457200" cy="4572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rerank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keyword + vector; bật semantic ranker; tuning weights/scoring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7620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453128"/>
            <a:ext cx="457200" cy="4572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709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trả lời kèm trích dẫn; hạn chế hallucination bằng context policy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762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413248"/>
            <a:ext cx="457200" cy="4572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76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(khi cần)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→ reflect → search lại; multi-hop; multi-agent (tuỳ bài)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6263640"/>
            <a:ext cx="1106424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38251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khuyến nghị: ACL theo người dùng/nhóm • điều kiện dừng (max iterations/time) • logging queries + citations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34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điệp chính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AI Search mạnh khi bạn cần retrieval chất lượng + governance trong hệ sinh thái Microsoft.
• Classic RAG đủ tốt cho “single-hop Q&amp;A”, nhưng dễ hụt hơi với bài khó/thiếu dữ liệu.
• Agentic retrieval là bước tiếp theo: iterate retrieval + đánh giá để tăng groundedness — đổi lại latency/chi phí.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154680"/>
            <a:ext cx="1042416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triển khai (tối thiểu)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Data ingestion + metadata đúng (chunking/ACL)</a:t>
            </a:r>
            <a:endParaRPr lang="en-US" sz="135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Hybrid retrieval + rerank (semantic)</a:t>
            </a:r>
            <a:endParaRPr lang="en-US" sz="135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Citation policy (trả lời phải có dẫn chứng)</a:t>
            </a:r>
            <a:endParaRPr lang="en-US" sz="135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Observability: log queries, recall, rerank, sources</a:t>
            </a:r>
            <a:endParaRPr lang="en-US" sz="135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Nếu agentic: đặt max-iterations + timeout + fallback</a:t>
            </a:r>
            <a:endParaRPr lang="en-US" sz="1350" dirty="0"/>
          </a:p>
        </p:txBody>
      </p:sp>
      <p:pic>
        <p:nvPicPr>
          <p:cNvPr id="10" name="Image 0" descr="/mnt/data/azure_logo_9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457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muốn mình chỉnh deck theo use case cụ thể (HR/IT/Legal, dữ liệu ở đâu, yêu cầu bảo mật) thì gửi thêm bối cảnh.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Workspace</dc:creator>
  <cp:lastModifiedBy>Workspace</cp:lastModifiedBy>
  <cp:revision>1</cp:revision>
  <dcterms:created xsi:type="dcterms:W3CDTF">2026-01-07T15:54:59Z</dcterms:created>
  <dcterms:modified xsi:type="dcterms:W3CDTF">2026-01-07T15:54:59Z</dcterms:modified>
</cp:coreProperties>
</file>